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7"/>
  </p:notesMasterIdLst>
  <p:handoutMasterIdLst>
    <p:handoutMasterId r:id="rId18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9/20/2026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9/20/2026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9/20/2026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9/20/2026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Data Engineering &amp; AI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Sravani </a:t>
            </a:r>
            <a:r>
              <a:rPr lang="en-US" dirty="0" err="1"/>
              <a:t>Kunapuli</a:t>
            </a:r>
            <a:r>
              <a:rPr lang="en-US" dirty="0"/>
              <a:t> </a:t>
            </a:r>
          </a:p>
          <a:p>
            <a:r>
              <a:rPr lang="en-US" dirty="0"/>
              <a:t>Jaskaran Singh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697F-390D-D7B3-FBC3-540E9F35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Problem, Dataset and Prediction Objective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98C56-0106-8CF2-1484-2F3EA3464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7254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6A39-F6CE-6F00-17A6-5EA6BD76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Phase I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560F-F003-6BDF-B81C-34DC943D9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43569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C4FF-FAFB-3F58-3720-71C4EC86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Original LCS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0655-A617-ABF3-3F79-E6118DB3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574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BD56-4E37-3442-674C-DF29B1AD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and Feature Engineering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A709F-F0D3-BE62-3A1D-A844BD6B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79069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D24D-BD10-E75E-61E4-FD4AAD92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Improved LCS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DD51C-BB5E-F284-DCE2-1968C86EF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5235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F8BE-23B4-C5CE-B135-F413EE07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Experimental Setup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E3AE-715C-E79C-F2F8-8A1376D5C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9677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6FEC-7B2E-82F0-7D54-C662DC23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Conventional Machine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6D580-FC07-3F48-FF5B-9AABF4290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9018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FA72E-ACF4-9AA5-5B9A-4AA717447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Model Comparison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313F-E7FF-FBC6-8D71-45778209A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81472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0B46-73D5-97B5-491D-96686F92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Statistical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8890-44B7-CDF6-8B0D-A189AB162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38009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6D24-5D18-F966-06A6-08846F175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LCS Rules and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559E-15A7-6EBE-1FE6-B114AE7E3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65785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93C2-37B2-0516-A300-95069213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Discussion, Limitations and Future Work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EFC88-FCBC-AB1C-3C1B-50AFBDDB1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1684056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{11E22E36-5EEA-41E9-965A-F3FE630E9F4A}0f45c1b8-b519-4737-8f12-a18148944ef7-TFfcaeb239-e0ad-43c4-9739-4084ddd7c62fe496f549_win32</Template>
  <TotalTime>3</TotalTime>
  <Words>53</Words>
  <Application>Microsoft Office PowerPoint</Application>
  <PresentationFormat>Widescreen</PresentationFormat>
  <Paragraphs>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Bahnschrift SemiLight</vt:lpstr>
      <vt:lpstr>Blockwork elegance</vt:lpstr>
      <vt:lpstr>Data Engineering &amp; AI</vt:lpstr>
      <vt:lpstr>Problem, Dataset and Prediction Objective</vt:lpstr>
      <vt:lpstr>Phase I Summary</vt:lpstr>
      <vt:lpstr>Original LCS Baseline</vt:lpstr>
      <vt:lpstr>Data Preparation and Feature Engineering</vt:lpstr>
      <vt:lpstr>Improved LCS System</vt:lpstr>
      <vt:lpstr>Experimental Setup and Validation</vt:lpstr>
      <vt:lpstr>Conventional Machine Learning Models</vt:lpstr>
      <vt:lpstr>Model Comparison and Results</vt:lpstr>
      <vt:lpstr>Statistical Testing</vt:lpstr>
      <vt:lpstr>LCS Rules and Interpretation</vt:lpstr>
      <vt:lpstr>Discussion, Limitations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Jaskaran Singh</dc:creator>
  <cp:lastModifiedBy>Jaskaran Singh</cp:lastModifiedBy>
  <cp:revision>1</cp:revision>
  <dcterms:created xsi:type="dcterms:W3CDTF">2026-09-20T07:42:23Z</dcterms:created>
  <dcterms:modified xsi:type="dcterms:W3CDTF">2026-09-20T07:45:23Z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